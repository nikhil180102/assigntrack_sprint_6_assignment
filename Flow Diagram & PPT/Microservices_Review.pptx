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1" r:id="rId6"/>
    <p:sldId id="263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3707" autoAdjust="0"/>
  </p:normalViewPr>
  <p:slideViewPr>
    <p:cSldViewPr snapToGrid="0">
      <p:cViewPr varScale="1">
        <p:scale>
          <a:sx n="53" d="100"/>
          <a:sy n="53" d="100"/>
        </p:scale>
        <p:origin x="11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00B7FD6-6B50-4C58-994F-82DC621427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CC7F2D-6B16-4B88-A4F8-ABD5316B47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1DC69-60C3-4CF7-A135-6E702ECCE0F0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4CEF1E-1ACC-48D0-92B3-CB3D4FED50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188B4-83B8-4C82-AFAC-DC1E415458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9FFBD-F123-4881-BC93-591827BC61E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621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E3EC7B-6C72-4FBB-87DF-2BD2CB7DC1E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62A795-6F94-4A96-B820-B9038480D04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95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 your classroom colors different than what you see in this template? That’s OK! Click on Design -&gt; Variants (the down arrow) -&gt; Pick the color scheme that works for you!</a:t>
            </a:r>
          </a:p>
          <a:p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Feel free to change any “You will…” and “I will…” statements to ensure they align with your classroom procedures and rules!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546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AssignTrack is a role-based assignment management platform for Admin, Teacher, and Student, built with microservices, event-driven notifications, resilience patterns, and performance optimization.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1310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534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 discovery is handled by Eureka.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Each service owns its own database, which keeps domain boundaries clear and reduces tight coupling.</a:t>
            </a:r>
          </a:p>
          <a:p>
            <a:endParaRPr lang="en-US" dirty="0"/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“At high level, frontend calls API Gateway, and gateway routes to four core services:</a:t>
            </a:r>
          </a:p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UserService, BatchService, AssignmentService, NotificationService.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719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62A795-6F94-4A96-B820-B9038480D04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6557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785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28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7076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525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00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270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20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4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071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245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21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619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1F489-B701-4C74-9747-27C8656A89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Microservices Review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699F35-1401-4ECD-9F96-7017DB9FA1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Presented By Nikhil Kolate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3DC74B-AF22-022E-97FE-793934DF0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74" y="110851"/>
            <a:ext cx="258127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6906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5208" y="816121"/>
            <a:ext cx="9875520" cy="1356360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What is AssignTrack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1BB51-95FA-CE3C-C70F-D1E453B08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4" y="2281509"/>
            <a:ext cx="9872871" cy="403860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sz="3000" dirty="0"/>
              <a:t>AssignTrack is a learning platform where admin, instructors, and students work together in one place.</a:t>
            </a:r>
          </a:p>
          <a:p>
            <a:pPr lvl="0"/>
            <a:r>
              <a:rPr lang="en-US" sz="2800" dirty="0"/>
              <a:t>It helps manage the full flow: joining batches, learning from course content, submitting assignments, and tracking progress.</a:t>
            </a:r>
          </a:p>
          <a:p>
            <a:pPr lvl="0"/>
            <a:r>
              <a:rPr lang="en-US" sz="2800" dirty="0"/>
              <a:t>It is built to scale using microservices, event-based notifications, reliability handling, and caching.</a:t>
            </a:r>
          </a:p>
          <a:p>
            <a:pPr lvl="0"/>
            <a:r>
              <a:rPr lang="en-US" sz="2800" dirty="0"/>
              <a:t>Notifications and reliability are handled through Kafka + Resilience4j.</a:t>
            </a:r>
            <a:br>
              <a:rPr lang="en-US" sz="2800" dirty="0"/>
            </a:br>
            <a:endParaRPr lang="en-US" sz="2800" dirty="0"/>
          </a:p>
          <a:p>
            <a:pPr lvl="0"/>
            <a:r>
              <a:rPr lang="en-US" sz="2800" dirty="0"/>
              <a:t>Read-heavy endpoints are optimized using Redis cache.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F5EBCD-DCCC-C9C9-7A39-94C5BA78C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708" y="152128"/>
            <a:ext cx="258127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240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557688"/>
            <a:ext cx="9875520" cy="1356360"/>
          </a:xfrm>
        </p:spPr>
        <p:txBody>
          <a:bodyPr/>
          <a:lstStyle/>
          <a:p>
            <a:pPr marL="45720"/>
            <a:r>
              <a:rPr lang="en-US" dirty="0"/>
              <a:t>High-Level Architecture Overview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AD7C42-FDC6-397B-493F-BFC47D1407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08484"/>
            <a:ext cx="10118558" cy="4387516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b="1" dirty="0"/>
              <a:t>Microservices Design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The platform uses loosely coupled microservices promoting scalability, fault isolation, and domain separation.​</a:t>
            </a:r>
          </a:p>
          <a:p>
            <a:pPr fontAlgn="base"/>
            <a:r>
              <a:rPr lang="en-US" b="1" dirty="0"/>
              <a:t>API Gateway and Service Discovery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API Gateway manages external requests with centralized routing and authentication while Eureka enables dynamic service discovery.​</a:t>
            </a:r>
          </a:p>
          <a:p>
            <a:pPr fontAlgn="base"/>
            <a:r>
              <a:rPr lang="en-US" b="1" dirty="0"/>
              <a:t>Database Autonomy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Each service owns its own MySQL database, avoiding schema coupling and supporting independent deployments.​ </a:t>
            </a:r>
          </a:p>
          <a:p>
            <a:pPr fontAlgn="base"/>
            <a:r>
              <a:rPr lang="en-US" b="1" dirty="0"/>
              <a:t>Caching and Messaging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Redis optimizes read-heavy queries while Kafka enables asynchronous, reliable inter-service communication.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837ACD-5388-E368-129A-01E749AAF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665" y="151522"/>
            <a:ext cx="258127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436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3DD3-C27C-457D-ADDD-066D01CB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915" y="955757"/>
            <a:ext cx="9875520" cy="1356360"/>
          </a:xfrm>
        </p:spPr>
        <p:txBody>
          <a:bodyPr/>
          <a:lstStyle/>
          <a:p>
            <a:r>
              <a:rPr lang="en-US" dirty="0"/>
              <a:t>Core Microservices &amp; Responsibilities</a:t>
            </a:r>
            <a:endParaRPr lang="en-US" dirty="0">
              <a:latin typeface="Rockwell" panose="02060603020205020403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57144-3171-D9F1-6CE9-A44E0DD9B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564" y="2165684"/>
            <a:ext cx="10126057" cy="4226469"/>
          </a:xfrm>
        </p:spPr>
        <p:txBody>
          <a:bodyPr>
            <a:normAutofit fontScale="92500" lnSpcReduction="20000"/>
          </a:bodyPr>
          <a:lstStyle/>
          <a:p>
            <a:pPr fontAlgn="base"/>
            <a:r>
              <a:rPr lang="en-US" b="1" dirty="0"/>
              <a:t>UserService Responsibilities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Manages identity, authentication, role assignments, and teacher approval workflows with embedded business rules.​</a:t>
            </a:r>
          </a:p>
          <a:p>
            <a:pPr fontAlgn="base"/>
            <a:r>
              <a:rPr lang="en-US" b="1" dirty="0"/>
              <a:t>BatchService Functions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Handles batch creation, student enrollment, and group-based teaching structures, linking academic model components.​</a:t>
            </a:r>
          </a:p>
          <a:p>
            <a:pPr fontAlgn="base"/>
            <a:r>
              <a:rPr lang="en-US" b="1" dirty="0"/>
              <a:t>AssignmentService Lifecycle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Encapsulates assignment creation, publishing, submission, evaluation, supports multiple types, and applies business logic.​</a:t>
            </a:r>
          </a:p>
          <a:p>
            <a:pPr fontAlgn="base"/>
            <a:r>
              <a:rPr lang="en-US" b="1" dirty="0"/>
              <a:t>NotificationService Role</a:t>
            </a:r>
            <a:r>
              <a:rPr lang="en-US" dirty="0"/>
              <a:t>​</a:t>
            </a:r>
          </a:p>
          <a:p>
            <a:pPr fontAlgn="base"/>
            <a:r>
              <a:rPr lang="en-US" dirty="0"/>
              <a:t>Processes asynchronous notifications via Kafka events, ensuring timely updates without user delays.​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D1AFF7-2D99-1DCC-B9B4-EB5344279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39" y="244867"/>
            <a:ext cx="258127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258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AD536-D2E8-3EF0-F92E-B2C1B9AB9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534653"/>
            <a:ext cx="9875520" cy="1356360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097074815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885775_Student does teacher does_v2.potx" id="{618315E5-C348-40CF-AD40-05C2F7C13378}" vid="{0C991BBE-F1C3-4926-9687-DBEAAE8C92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B27744-7857-4992-B755-05855FC591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BF1ABED-93B7-45AC-A513-2CB1FF159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D6CA70E-ED75-4FF0-A862-8EF12B7377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Student does, teacher does</Template>
  <TotalTime>130</TotalTime>
  <Words>406</Words>
  <Application>Microsoft Office PowerPoint</Application>
  <PresentationFormat>Widescreen</PresentationFormat>
  <Paragraphs>40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Corbel</vt:lpstr>
      <vt:lpstr>Rockwell</vt:lpstr>
      <vt:lpstr>Tahoma</vt:lpstr>
      <vt:lpstr>Basis</vt:lpstr>
      <vt:lpstr>Microservices Review</vt:lpstr>
      <vt:lpstr>What is AssignTrack</vt:lpstr>
      <vt:lpstr>High-Level Architecture Overview</vt:lpstr>
      <vt:lpstr>Core Microservices &amp; Responsibilities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Kolate</dc:creator>
  <cp:lastModifiedBy>Nikhil Kolate</cp:lastModifiedBy>
  <cp:revision>6</cp:revision>
  <dcterms:created xsi:type="dcterms:W3CDTF">2026-02-16T03:18:32Z</dcterms:created>
  <dcterms:modified xsi:type="dcterms:W3CDTF">2026-02-18T03:19:00Z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